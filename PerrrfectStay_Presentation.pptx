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365760"/>
            <a:ext cx="1645920" cy="164592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0"/>
            <a:ext cx="2926080" cy="2926080"/>
          </a:xfrm>
          <a:prstGeom prst="ellipse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🐱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0" y="8229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Perrrfect Stay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 for cat owners &amp; cafés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Malaak Timraz &amp; Vasilina Tomanova  ·  Thomas More University  ·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DSPS A  ·  Thomas More University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4747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3080" y="1783080"/>
            <a:ext cx="1371600" cy="1371600"/>
          </a:xfrm>
          <a:prstGeom prst="ellipse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783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🐱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Malaak Timraz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639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WPF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 ·  C#  ·  XAML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645920"/>
            <a:ext cx="34747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89320" y="1783080"/>
            <a:ext cx="1371600" cy="1371600"/>
          </a:xfrm>
          <a:prstGeom prst="ellipse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783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🐱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Vasilina Tomanova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639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API  ·  MySQL  ·  REST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286000"/>
            <a:ext cx="2286000" cy="228600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traveling.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takes care of your cat?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743200" cy="2468880"/>
          </a:xfrm>
          <a:prstGeom prst="rect">
            <a:avLst/>
          </a:prstGeom>
          <a:solidFill>
            <a:srgbClr val="5C3317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hotels, sitters, and cafés are scattered across different apps and websites.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286000"/>
            <a:ext cx="2743200" cy="2468880"/>
          </a:xfrm>
          <a:prstGeom prst="rect">
            <a:avLst/>
          </a:prstGeom>
          <a:solidFill>
            <a:srgbClr val="5C3317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trust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8803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reliable sitter means scrolling through reviews on random platforms.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2743200" cy="2468880"/>
          </a:xfrm>
          <a:prstGeom prst="rect">
            <a:avLst/>
          </a:prstGeom>
          <a:solidFill>
            <a:srgbClr val="5C3317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8803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drop off your cat, you hear nothing until you're back.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C3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Everything your cat needs.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8346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2834640" cy="54864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Cat Hotel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room for your cat while you're away. Choose dates, room type, and extras.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8346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828800"/>
            <a:ext cx="2834640" cy="548640"/>
          </a:xfrm>
          <a:prstGeom prst="rect">
            <a:avLst/>
          </a:prstGeom>
          <a:solidFill>
            <a:srgbClr val="A0785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Cat Café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table and pre-order — then show up and enjoy time with the cats.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8346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7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828800"/>
            <a:ext cx="2834640" cy="548640"/>
          </a:xfrm>
          <a:prstGeom prst="rect">
            <a:avLst/>
          </a:prstGeom>
          <a:solidFill>
            <a:srgbClr val="C07060"/>
          </a:solidFill>
          <a:ln w="12700">
            <a:solidFill>
              <a:srgbClr val="C07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Cat Sitting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5146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trusted sitter nearby. Send a request, track it, and leave a review.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34440"/>
            <a:ext cx="914400" cy="914400"/>
          </a:xfrm>
          <a:prstGeom prst="ellipse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2788920"/>
            <a:ext cx="17007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and pick your role — Owner, Sitter, or Staff.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874520"/>
            <a:ext cx="256032" cy="73152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09728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53512" y="1234440"/>
            <a:ext cx="914400" cy="914400"/>
          </a:xfrm>
          <a:prstGeom prst="ellipse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7007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hotel room, café table, or send a sitter request.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0832" y="1874520"/>
            <a:ext cx="256032" cy="73152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9728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9784" y="1234440"/>
            <a:ext cx="914400" cy="914400"/>
          </a:xfrm>
          <a:prstGeom prst="ellipse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26864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36592" y="2788920"/>
            <a:ext cx="17007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booking status in real time from your dashboard.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47104" y="1874520"/>
            <a:ext cx="256032" cy="73152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109728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06056" y="1234440"/>
            <a:ext cx="914400" cy="914400"/>
          </a:xfrm>
          <a:prstGeom prst="ellipse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06056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03136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12864" y="2788920"/>
            <a:ext cx="17007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stay, leave a rating to help the next person choose.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Cat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hotel rooms &amp; café tables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 and request sitters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bookings from a calendar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notified on every update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83464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E6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834640" cy="502920"/>
          </a:xfrm>
          <a:prstGeom prst="rect">
            <a:avLst/>
          </a:prstGeom>
          <a:solidFill>
            <a:srgbClr val="9E6B50"/>
          </a:solidFill>
          <a:ln w="12700">
            <a:solidFill>
              <a:srgbClr val="9E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Sitter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 incoming booking requests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 or decline — full control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schedule from dashboard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reputation through reviews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83464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A55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834640" cy="502920"/>
          </a:xfrm>
          <a:prstGeom prst="rect">
            <a:avLst/>
          </a:prstGeom>
          <a:solidFill>
            <a:srgbClr val="7A5535"/>
          </a:solidFill>
          <a:ln w="12700">
            <a:solidFill>
              <a:srgbClr val="7A55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🛎 Staff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cats in and out of the hotel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café table availability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daily operations dashboard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extra service requests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4300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Availability Check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55448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only show as free if no conflict — no double-bookings.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27832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4300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Price Calculation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5448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updates automatically based on room, nights, and add-ons.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14300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Accept / Reject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91072" y="155448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Sitters review each request before confirming — full control.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3063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Role Dashboards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4747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type gets their own view — no clutter, just what matters.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063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4747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confirmations, rejections, and status changes.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1072" y="3063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Calendar 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072" y="34747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upcoming stays, tables, and sitter bookings in one place.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(.NET) — XAML Windows desktop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C#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1188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1435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— fully Object-Oriented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350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via XAMPP (raw ADO.NET)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50292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BC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350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PDF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017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264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iText7 NuGet package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017520"/>
            <a:ext cx="50292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QR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3017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3264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QRCoder NuGet package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API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1560" y="3931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178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REST API + Swagger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931920"/>
            <a:ext cx="502920" cy="50292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GIT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40680" y="3931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4178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we'd love to add down the road.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5544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Daily health updates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9659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get a quick update and photo on their cat each day.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14630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5544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 Photo check-ins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send a photo so owners know their cat is happy.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14630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15544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Emergency alerts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91072" y="19659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 if something needs attention.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337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Loyalty rewards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74904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every booking, redeemable for discounts.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3246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3337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Multi-language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374904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app accessible to more users.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3246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91072" y="33375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mode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374904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everyone deserves a dark mode.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7432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🐱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Malaak Timraz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Vasilina Tomanova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DSPS A  ·  Thomas More University  · 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Perrrfect Stay</dc:title>
  <dc:subject>PptxGenJS Presentation</dc:subject>
  <dc:creator>PptxGenJS</dc:creator>
  <cp:lastModifiedBy>PptxGenJS</cp:lastModifiedBy>
  <cp:revision>1</cp:revision>
  <dcterms:created xsi:type="dcterms:W3CDTF">2026-05-31T20:02:07Z</dcterms:created>
  <dcterms:modified xsi:type="dcterms:W3CDTF">2026-05-31T20:02:07Z</dcterms:modified>
</cp:coreProperties>
</file>